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1" r:id="rId2"/>
  </p:sldMasterIdLst>
  <p:notesMasterIdLst>
    <p:notesMasterId r:id="rId11"/>
  </p:notesMasterIdLst>
  <p:handoutMasterIdLst>
    <p:handoutMasterId r:id="rId12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13" roundtripDataSignature="AMtx7mjwNQJMzCqA62swNwb2B0dOnTd5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4044"/>
    <a:srgbClr val="EC3E43"/>
    <a:srgbClr val="E6383D"/>
    <a:srgbClr val="EE3F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D3432B-3B65-434D-8E7C-B17283AD764D}" v="14" dt="2025-10-24T04:15:53.159"/>
    <p1510:client id="{9B92A38F-7915-4954-906A-4A623337227B}" v="44" dt="2025-10-24T07:11:49.028"/>
    <p1510:client id="{F057547D-1DFA-4DF7-9967-462240C045C8}" v="34" dt="2025-10-25T03:35:14.1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customschemas.google.com/relationships/presentationmetadata" Target="metadata"/><Relationship Id="rId18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esh Satta" userId="08a4f10e4486ebd7" providerId="LiveId" clId="{81A88240-7CC6-4057-9AFC-D1E9DEE6A34E}"/>
    <pc:docChg chg="undo custSel modSld">
      <pc:chgData name="Ramesh Satta" userId="08a4f10e4486ebd7" providerId="LiveId" clId="{81A88240-7CC6-4057-9AFC-D1E9DEE6A34E}" dt="2025-10-25T03:34:51.159" v="157"/>
      <pc:docMkLst>
        <pc:docMk/>
      </pc:docMkLst>
      <pc:sldChg chg="modSp mod">
        <pc:chgData name="Ramesh Satta" userId="08a4f10e4486ebd7" providerId="LiveId" clId="{81A88240-7CC6-4057-9AFC-D1E9DEE6A34E}" dt="2025-10-25T02:02:59.270" v="1" actId="1076"/>
        <pc:sldMkLst>
          <pc:docMk/>
          <pc:sldMk cId="0" sldId="257"/>
        </pc:sldMkLst>
        <pc:spChg chg="mod">
          <ac:chgData name="Ramesh Satta" userId="08a4f10e4486ebd7" providerId="LiveId" clId="{81A88240-7CC6-4057-9AFC-D1E9DEE6A34E}" dt="2025-10-25T02:02:59.270" v="1" actId="1076"/>
          <ac:spMkLst>
            <pc:docMk/>
            <pc:sldMk cId="0" sldId="257"/>
            <ac:spMk id="4" creationId="{46029B24-B79D-6D55-F952-91273AB158DF}"/>
          </ac:spMkLst>
        </pc:spChg>
        <pc:spChg chg="mod">
          <ac:chgData name="Ramesh Satta" userId="08a4f10e4486ebd7" providerId="LiveId" clId="{81A88240-7CC6-4057-9AFC-D1E9DEE6A34E}" dt="2025-10-25T02:02:54.066" v="0" actId="14100"/>
          <ac:spMkLst>
            <pc:docMk/>
            <pc:sldMk cId="0" sldId="257"/>
            <ac:spMk id="8" creationId="{8B6F5816-CDE6-2274-50F1-154A890F7A67}"/>
          </ac:spMkLst>
        </pc:spChg>
      </pc:sldChg>
      <pc:sldChg chg="addSp delSp modSp mod">
        <pc:chgData name="Ramesh Satta" userId="08a4f10e4486ebd7" providerId="LiveId" clId="{81A88240-7CC6-4057-9AFC-D1E9DEE6A34E}" dt="2025-10-25T03:34:51.159" v="157"/>
        <pc:sldMkLst>
          <pc:docMk/>
          <pc:sldMk cId="2943533301" sldId="259"/>
        </pc:sldMkLst>
        <pc:spChg chg="add mod">
          <ac:chgData name="Ramesh Satta" userId="08a4f10e4486ebd7" providerId="LiveId" clId="{81A88240-7CC6-4057-9AFC-D1E9DEE6A34E}" dt="2025-10-25T02:06:07.508" v="68" actId="403"/>
          <ac:spMkLst>
            <pc:docMk/>
            <pc:sldMk cId="2943533301" sldId="259"/>
            <ac:spMk id="2" creationId="{C28331E7-2399-4488-38C2-7DED01E8FCB7}"/>
          </ac:spMkLst>
        </pc:spChg>
        <pc:spChg chg="add mod">
          <ac:chgData name="Ramesh Satta" userId="08a4f10e4486ebd7" providerId="LiveId" clId="{81A88240-7CC6-4057-9AFC-D1E9DEE6A34E}" dt="2025-10-25T03:29:28.520" v="150"/>
          <ac:spMkLst>
            <pc:docMk/>
            <pc:sldMk cId="2943533301" sldId="259"/>
            <ac:spMk id="4" creationId="{957A131E-8F71-45EF-0F56-1B0C1DF734B8}"/>
          </ac:spMkLst>
        </pc:spChg>
        <pc:graphicFrameChg chg="add mod modGraphic">
          <ac:chgData name="Ramesh Satta" userId="08a4f10e4486ebd7" providerId="LiveId" clId="{81A88240-7CC6-4057-9AFC-D1E9DEE6A34E}" dt="2025-10-25T03:33:36.224" v="153" actId="14100"/>
          <ac:graphicFrameMkLst>
            <pc:docMk/>
            <pc:sldMk cId="2943533301" sldId="259"/>
            <ac:graphicFrameMk id="5" creationId="{3AA70E98-B049-34FB-C707-F2F8C992C833}"/>
          </ac:graphicFrameMkLst>
        </pc:graphicFrameChg>
        <pc:graphicFrameChg chg="add del mod">
          <ac:chgData name="Ramesh Satta" userId="08a4f10e4486ebd7" providerId="LiveId" clId="{81A88240-7CC6-4057-9AFC-D1E9DEE6A34E}" dt="2025-10-25T03:34:47.448" v="156" actId="478"/>
          <ac:graphicFrameMkLst>
            <pc:docMk/>
            <pc:sldMk cId="2943533301" sldId="259"/>
            <ac:graphicFrameMk id="6" creationId="{B54FE277-03A2-8B9D-8190-CABAA97288DC}"/>
          </ac:graphicFrameMkLst>
        </pc:graphicFrameChg>
        <pc:graphicFrameChg chg="add mod">
          <ac:chgData name="Ramesh Satta" userId="08a4f10e4486ebd7" providerId="LiveId" clId="{81A88240-7CC6-4057-9AFC-D1E9DEE6A34E}" dt="2025-10-25T03:34:51.159" v="157"/>
          <ac:graphicFrameMkLst>
            <pc:docMk/>
            <pc:sldMk cId="2943533301" sldId="259"/>
            <ac:graphicFrameMk id="7" creationId="{8821DE51-B93C-34E9-0194-1F811031660B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CB4FF1-A6D2-44BC-21D1-86BFE3B79A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CC7EE8-230B-FF00-5983-43879D3676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5AB6CB-A4A9-4A0D-AFF3-ADE62DCFC18F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84A4C8-6181-0604-8313-B7925E0EAC2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A17A4-7F9E-990E-C63B-0AFFC2807D3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F3BBED-406E-4978-8E93-B8E35FFFE7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5538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7AA66C3E-1387-64D0-F7CE-B1EE033B4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227E5FCD-D603-E696-E2FE-F814FBCBBF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999BCD6F-B04A-513A-1F96-DFB567B91C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853255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B2684A0-E075-AF9C-63B8-ED895DA05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B193F7BC-1F3A-570D-1AA5-F9609FD210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0A3FE214-B60F-FD62-BFE0-B041932E9A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775675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63AC26E8-5A95-3D33-5A33-A128013FB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04F8A4FA-15BC-4714-C8EF-1EF182111F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FE27D4A-815B-AE51-9075-A5C8979F88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215837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8D99D06D-5D1C-7300-4C44-0DEA5C1C7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F5613AF5-EFE9-64DE-C274-1D54983F3C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037069C3-DF09-51C5-EF9A-B5016F469A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556118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AC313B0F-8686-7CE0-BBFA-5B1022A49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2BC987AB-E0A8-AC6B-17D4-DCB2658273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F9219CCE-0B12-5BF0-0B82-E4071305A3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570334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080F1DC8-EE7C-714C-8D10-7EF6DBAC9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BD3D7825-1724-D2E9-9259-6958639294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4F913A1-7207-D903-D60F-DF00295C3F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32280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1F8BD-E967-3530-C772-9E1DCBA45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04A23C-A2D3-7DD3-18E9-68793F54404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A269BD-B669-E335-1792-6BBA534AD13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A69259-5465-ED5C-0F8C-7B3FC23ED1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864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C7BC8-BB4F-64E9-AD4D-BF428095A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8074FC-16CA-1DF6-FD3C-2C6C810F15C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8E2F9A-A215-F8EF-8EF3-31A93419EF3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B0161A-165E-2F2F-883A-9DD09F5451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625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003A4-EA44-A7BD-D99A-3A0AD9C706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55E930-B1D2-7665-A902-C16E7CA78B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81C1F-2E62-28C1-4B06-C7912A9DA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3827C-E5A2-488E-A5FB-345CB659625E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C2AC2-2FF7-935E-9042-EE8A9A0CB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58846-0242-5BF7-9A71-D6695A7E7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E6E1D-A7BA-42AC-8671-54902CF29F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1998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758AF-B731-05C7-6785-B4950B1B2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993EC-62CB-27BA-612C-DB38DD98D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C3440-40AE-B66A-59DA-C5DBCB58C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3827C-E5A2-488E-A5FB-345CB659625E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23755-8F97-E23E-E216-6F843734C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FE7E1-686E-010D-BBBA-CAE8F662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E6E1D-A7BA-42AC-8671-54902CF29F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3923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4EB70-EEF2-DD58-A388-534D28BD2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EE574F-212B-45DE-E7EF-C355D4C63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C7D5C-6941-3AB3-0993-DA60A7F16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3827C-E5A2-488E-A5FB-345CB659625E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C789C-DAED-7454-D9E7-934385EAF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E6A63-88D0-2414-63AB-106F39A9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E6E1D-A7BA-42AC-8671-54902CF29F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49218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522F0-3A78-8ED8-C35C-EFE6EB566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B46E5-AD59-14A5-7912-3B209108AF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A7A91-DEF1-92D9-30BE-4FECC40EE7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ABC60-C627-D36C-82D3-F2F687493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3827C-E5A2-488E-A5FB-345CB659625E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A7693C-B75C-E2ED-49E7-7AD6CA2A6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9A2A0A-D66A-EB93-6D93-5AFC364E9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E6E1D-A7BA-42AC-8671-54902CF29F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9631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36D17-BE42-BC3B-E0F8-8ADA9E153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0763D-A6E1-AFDE-25AD-FD3A73C9F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8EA4E1-C1B7-0163-B9DA-4EDC473A36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91735B-FF2D-7AE6-AE39-70A96A730C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C3D87D-DFF7-4680-FA45-BEC946FA34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1C2D72-E1F9-67EB-6508-0AA61580E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3827C-E5A2-488E-A5FB-345CB659625E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CF0990-AAA3-453B-BE57-1ABEDB8FF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A8AF7F-CD05-CA7E-DEE0-80AAC467C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E6E1D-A7BA-42AC-8671-54902CF29F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36719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D0CF2-62BF-1E31-EC19-1C8984D74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0EBBBD-16CA-6640-FB60-D896F9AD1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3827C-E5A2-488E-A5FB-345CB659625E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79775A-ACE9-B8E4-564B-5D2C226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FF03A4-FF8D-A159-77A1-DF6DF324C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E6E1D-A7BA-42AC-8671-54902CF29F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5209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C3D93E-BFD2-725C-BD65-5D74A6A4D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3827C-E5A2-488E-A5FB-345CB659625E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0BFAED-0BA4-A7DF-80AB-E731B3DB7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0D41D7-BE9B-6A28-9B13-E39806AE9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E6E1D-A7BA-42AC-8671-54902CF29F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11010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13C65-4AFF-F56C-95F6-7EA7B192C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CCD20-8014-7174-2443-99F406159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CF221-DF9A-41C3-A194-75BF75A985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F60405-8B6C-6CC9-9D78-7A4CF3F99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3827C-E5A2-488E-A5FB-345CB659625E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83DD7A-2855-B91E-93DE-86C340686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09B43A-6E0E-6646-D6D7-8252B013F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E6E1D-A7BA-42AC-8671-54902CF29F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67599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DFF95-824E-9453-2CD6-3A78868FB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31A6C-681F-EB36-4E04-6FE14E2DD1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C78DBC-9F1C-7A6E-4166-356A9D7DF8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452672-DA60-77AF-37B0-C9464CB01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3827C-E5A2-488E-A5FB-345CB659625E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720F2-D627-A97A-74F9-351D7FCEB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AF0B41-D862-15F8-F259-E9D0F9DC0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E6E1D-A7BA-42AC-8671-54902CF29F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0746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67F7C-AB93-BAB8-B211-FE4DAAC3E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3FA322-F941-466B-44E8-AF18CD09FD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60B6C-4DE3-598B-6E3F-6EF488865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3827C-E5A2-488E-A5FB-345CB659625E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E4E9A-D633-D689-5CB2-7DAEEA122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03944-8530-F866-5F29-215F93468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E6E1D-A7BA-42AC-8671-54902CF29F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3310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B8D703-EBFB-6A55-6B2E-53FB28C735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4C2E2A-A177-0934-499D-BBB4341397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270F7-E1AB-C834-B804-8159F991B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3827C-E5A2-488E-A5FB-345CB659625E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594DC-6CC0-BE6E-C24F-B00C6C4CE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7AB37-2E04-FBD1-5081-0A696F318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E6E1D-A7BA-42AC-8671-54902CF29F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697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60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E481D4-E8C5-1083-5B25-0076D3574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F29E5-99CC-01DC-7C8A-E12F3F2A5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175E6-2B0F-AF48-AB05-DF7598AC4F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C3827C-E5A2-488E-A5FB-345CB659625E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8C32A-DF75-B88A-3128-E59CCFB483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E2A901-78D4-E8BD-0F3E-6E3A74A93A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7E6E1D-A7BA-42AC-8671-54902CF29F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140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79930" cy="686826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7A3F682-B66E-C6C9-510F-C36012C563C1}"/>
              </a:ext>
            </a:extLst>
          </p:cNvPr>
          <p:cNvSpPr txBox="1"/>
          <p:nvPr/>
        </p:nvSpPr>
        <p:spPr>
          <a:xfrm>
            <a:off x="3824748" y="3736258"/>
            <a:ext cx="4680155" cy="1514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241F40-7C6B-8C94-785B-8864CFB45887}"/>
              </a:ext>
            </a:extLst>
          </p:cNvPr>
          <p:cNvSpPr txBox="1"/>
          <p:nvPr/>
        </p:nvSpPr>
        <p:spPr>
          <a:xfrm>
            <a:off x="2969342" y="3844413"/>
            <a:ext cx="57420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+mj-lt"/>
              </a:rPr>
              <a:t>Indian Cinema Analytics</a:t>
            </a:r>
            <a:endParaRPr lang="en-IN" sz="40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4661EC-953B-7641-D595-23244FC2C2E7}"/>
              </a:ext>
            </a:extLst>
          </p:cNvPr>
          <p:cNvSpPr txBox="1"/>
          <p:nvPr/>
        </p:nvSpPr>
        <p:spPr>
          <a:xfrm>
            <a:off x="3038168" y="4552299"/>
            <a:ext cx="5673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+mj-lt"/>
              </a:rPr>
              <a:t>A Data Driven Study of Films</a:t>
            </a:r>
            <a:endParaRPr lang="en-IN" sz="1800"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B3393A-B80B-F702-5ADE-879CEA6A7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029B24-B79D-6D55-F952-91273AB158DF}"/>
              </a:ext>
            </a:extLst>
          </p:cNvPr>
          <p:cNvSpPr txBox="1"/>
          <p:nvPr/>
        </p:nvSpPr>
        <p:spPr>
          <a:xfrm>
            <a:off x="1445342" y="1089270"/>
            <a:ext cx="50931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E6383D"/>
                </a:solidFill>
                <a:latin typeface="+mj-lt"/>
              </a:rPr>
              <a:t>Problem Statement: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6F5816-CDE6-2274-50F1-154A890F7A67}"/>
              </a:ext>
            </a:extLst>
          </p:cNvPr>
          <p:cNvSpPr txBox="1"/>
          <p:nvPr/>
        </p:nvSpPr>
        <p:spPr>
          <a:xfrm>
            <a:off x="1445342" y="1612490"/>
            <a:ext cx="999940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Viewers having access to multiple streaming platforms, each offering vast movie libraries.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However, they struggle to decide which platform features the best-rated, most recent, or most engaging movies.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This abundance of choice makes it difficult for users to discover quality content efficiently.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The project aims to analyze Indian movie data to uncover patterns in release trends, runtime, genres, and ratings.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The goal is to provide data-backed insights that help understand audience preferences and content engagement patterns.</a:t>
            </a:r>
            <a:endParaRPr lang="en-IN" sz="2400" dirty="0"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D1297AA-AA1C-0357-7096-48DE9C932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EC60FA-B885-5FB7-2B5D-2565A5E7B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59FAFE2-EF60-61EA-600F-EFEB9AFA9219}"/>
              </a:ext>
            </a:extLst>
          </p:cNvPr>
          <p:cNvSpPr txBox="1"/>
          <p:nvPr/>
        </p:nvSpPr>
        <p:spPr>
          <a:xfrm>
            <a:off x="1848465" y="855406"/>
            <a:ext cx="53094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EC3E43"/>
                </a:solidFill>
                <a:latin typeface="+mj-lt"/>
              </a:rPr>
              <a:t>Business Problem:</a:t>
            </a:r>
            <a:endParaRPr lang="en-IN" sz="2800" dirty="0">
              <a:solidFill>
                <a:srgbClr val="EC3E43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73A1BE-9AD3-F707-4F80-CD94AEE549B1}"/>
              </a:ext>
            </a:extLst>
          </p:cNvPr>
          <p:cNvSpPr txBox="1"/>
          <p:nvPr/>
        </p:nvSpPr>
        <p:spPr>
          <a:xfrm>
            <a:off x="1848465" y="1378626"/>
            <a:ext cx="893752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OTT platforms and content producers need actionable insights to make data-driven decisions.</a:t>
            </a:r>
            <a:endParaRPr lang="en-IN" sz="240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They must identify what kinds of movies perform well based on ratings, runtime, and release years.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Understanding which platforms host higher-rated or newer movies helps refine content acquisition and licensing strategies.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Understanding which platforms host higher-rated or newer movies helps refine content acquisition and licensing strategies.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Analyzing genre performance and audience trends supports better production planning.</a:t>
            </a:r>
          </a:p>
        </p:txBody>
      </p:sp>
    </p:spTree>
    <p:extLst>
      <p:ext uri="{BB962C8B-B14F-4D97-AF65-F5344CB8AC3E}">
        <p14:creationId xmlns:p14="http://schemas.microsoft.com/office/powerpoint/2010/main" val="3841341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8103D489-F50E-D5B3-2631-F24FDFEBC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7B834A-3FF1-E583-CE3C-6DC589FF6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28331E7-2399-4488-38C2-7DED01E8FCB7}"/>
              </a:ext>
            </a:extLst>
          </p:cNvPr>
          <p:cNvSpPr txBox="1"/>
          <p:nvPr/>
        </p:nvSpPr>
        <p:spPr>
          <a:xfrm>
            <a:off x="2163097" y="580103"/>
            <a:ext cx="7187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EE4044"/>
                </a:solidFill>
                <a:latin typeface="+mj-lt"/>
              </a:rPr>
              <a:t>Data Understanding</a:t>
            </a:r>
            <a:endParaRPr lang="en-IN" sz="2400" dirty="0">
              <a:solidFill>
                <a:srgbClr val="EE4044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7A131E-8F71-45EF-0F56-1B0C1DF734B8}"/>
              </a:ext>
            </a:extLst>
          </p:cNvPr>
          <p:cNvSpPr txBox="1"/>
          <p:nvPr/>
        </p:nvSpPr>
        <p:spPr>
          <a:xfrm>
            <a:off x="1828800" y="1041768"/>
            <a:ext cx="75216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The dataset contains 1960 rows and 12 columns</a:t>
            </a:r>
            <a:endParaRPr lang="en-IN" sz="16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Missing values before handling</a:t>
            </a:r>
          </a:p>
          <a:p>
            <a:pPr marL="285750" lvl="2" indent="-285750">
              <a:buFont typeface="Wingdings" panose="05000000000000000000" pitchFamily="2" charset="2"/>
              <a:buChar char="q"/>
            </a:pPr>
            <a:endParaRPr lang="en-US" sz="1600" dirty="0">
              <a:latin typeface="+mj-lt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821DE51-B93C-34E9-0194-1F811031660B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2082800" cy="2697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5700">
                  <a:extLst>
                    <a:ext uri="{9D8B030D-6E8A-4147-A177-3AD203B41FA5}">
                      <a16:colId xmlns:a16="http://schemas.microsoft.com/office/drawing/2014/main" val="1159459098"/>
                    </a:ext>
                  </a:extLst>
                </a:gridCol>
                <a:gridCol w="927100">
                  <a:extLst>
                    <a:ext uri="{9D8B030D-6E8A-4147-A177-3AD203B41FA5}">
                      <a16:colId xmlns:a16="http://schemas.microsoft.com/office/drawing/2014/main" val="1725329929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Column Name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Missing Values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0272436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Title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6276922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Type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7356535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Release_Year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957528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Runtime_min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8032618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Genres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7570534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IMDb_Score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4123089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TMDB_Score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99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3297486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Provider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696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888174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Monetization_Type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696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5522007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Currency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723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2378896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Price_Amount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1960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48432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Description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04219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3533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D1E4A71-74CA-3D1D-4634-037D71974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B606B9-352A-72F6-6612-CBD3F0829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199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1D6385CF-96F4-5995-E799-3F11CE4D2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BEEF37-7570-00B7-F44F-FE97292AD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957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9B56CE49-3886-7624-640B-EDA6EF3CE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7617F5-F55A-8D58-9F11-75AB2CCEB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432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8E3ADE29-33C3-7B46-84CB-7200E32CB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F91F80-7F57-EBB5-5C04-78385624B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896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atta Segoe">
      <a:majorFont>
        <a:latin typeface="Segoe UI Semibold"/>
        <a:ea typeface=""/>
        <a:cs typeface=""/>
      </a:majorFont>
      <a:minorFont>
        <a:latin typeface="Segoe UI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232</Words>
  <Application>Microsoft Office PowerPoint</Application>
  <PresentationFormat>Widescreen</PresentationFormat>
  <Paragraphs>43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Wingdings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Ramesh Satta</cp:lastModifiedBy>
  <cp:revision>2</cp:revision>
  <dcterms:created xsi:type="dcterms:W3CDTF">2021-02-16T05:19:01Z</dcterms:created>
  <dcterms:modified xsi:type="dcterms:W3CDTF">2025-10-25T03:35:15Z</dcterms:modified>
</cp:coreProperties>
</file>